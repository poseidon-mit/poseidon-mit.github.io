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 — The Guardian Arri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2 — The Coordination G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3 — Why N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4 — The Unified AI Backb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5 — Beyond Aggreg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6 — Roadmap &amp; Govern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7 — Introduction Vide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8 — Capital-Efficient Monetiz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9 — Summ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0 — Epilog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1 — Append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2 — Q&amp;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Poseidon.AI — MIT CTO Capstone 2026</dc:title>
  <dc:subject>AI-Native Personal Finance Platform</dc:subject>
  <dc:creator>Group 7 — MIT Professional Education</dc:creator>
  <cp:keywords>fintech, AI, governance, open banking</cp:keywords>
  <dc:description>generated using python-pptx</dc:description>
  <cp:lastModifiedBy>Steve Canny</cp:lastModifiedBy>
  <cp:revision>1</cp:revision>
  <dcterms:created xsi:type="dcterms:W3CDTF">2026-03-01T00:00:00Z</dcterms:created>
  <dcterms:modified xsi:type="dcterms:W3CDTF">2013-01-27T09:15:58Z</dcterms:modified>
  <cp:category>Presentation</cp:category>
</cp:coreProperties>
</file>