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6552"/>
  </p:normalViewPr>
  <p:slideViewPr>
    <p:cSldViewPr snapToGrid="0" snapToObjects="1">
      <p:cViewPr varScale="1">
        <p:scale>
          <a:sx n="119" d="100"/>
          <a:sy n="119" d="100"/>
        </p:scale>
        <p:origin x="408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1 — The Guardian Arri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2 — The Coordination G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3 — Why 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4 — The Unified AI Backb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5 — Beyond Aggreg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6 — Roadmap &amp; Govern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9 — Summ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10 — Epilog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11 — Append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12 — Q&amp;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Poseidon.AI — MIT CTO Capstone 2026</dc:title>
  <dc:subject>AI-Native Personal Finance Platform</dc:subject>
  <dc:creator>Group 7 — MIT Professional Education</dc:creator>
  <cp:keywords>fintech, AI, governance, open banking</cp:keywords>
  <dc:description>generated using python-pptx</dc:description>
  <cp:lastModifiedBy>Shinji Fujiwara</cp:lastModifiedBy>
  <cp:revision>1</cp:revision>
  <dcterms:created xsi:type="dcterms:W3CDTF">2026-03-01T00:00:00Z</dcterms:created>
  <dcterms:modified xsi:type="dcterms:W3CDTF">2026-03-18T19:13:58Z</dcterms:modified>
  <cp:category>Presentation</cp:category>
</cp:coreProperties>
</file>